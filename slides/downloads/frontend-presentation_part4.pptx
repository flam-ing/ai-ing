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357" r:id="rId74"/>
    <p:sldId id="346" r:id="rId75"/>
    <p:sldId id="348" r:id="rId76"/>
    <p:sldId id="349" r:id="rId77"/>
    <p:sldId id="344" r:id="rId78"/>
    <p:sldId id="345" r:id="rId79"/>
    <p:sldId id="351" r:id="rId80"/>
    <p:sldId id="355" r:id="rId81"/>
    <p:sldId id="339" r:id="rId82"/>
    <p:sldId id="340" r:id="rId83"/>
    <p:sldId id="341" r:id="rId84"/>
    <p:sldId id="342" r:id="rId85"/>
    <p:sldId id="343" r:id="rId86"/>
    <p:sldId id="360" r:id="rId8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0"/>
    <p:restoredTop sz="75199"/>
  </p:normalViewPr>
  <p:slideViewPr>
    <p:cSldViewPr snapToGrid="0">
      <p:cViewPr>
        <p:scale>
          <a:sx n="153" d="100"/>
          <a:sy n="15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4" Type="http://schemas.openxmlformats.org/officeDocument/2006/relationships/slide" Target="slides/slide43.xml"/><Relationship Id="rId75" Type="http://schemas.openxmlformats.org/officeDocument/2006/relationships/slide" Target="slides/slide44.xml"/><Relationship Id="rId76" Type="http://schemas.openxmlformats.org/officeDocument/2006/relationships/slide" Target="slides/slide45.xml"/><Relationship Id="rId77" Type="http://schemas.openxmlformats.org/officeDocument/2006/relationships/slide" Target="slides/slide46.xml"/><Relationship Id="rId78" Type="http://schemas.openxmlformats.org/officeDocument/2006/relationships/slide" Target="slides/slide47.xml"/><Relationship Id="rId79" Type="http://schemas.openxmlformats.org/officeDocument/2006/relationships/slide" Target="slides/slide48.xml"/><Relationship Id="rId80" Type="http://schemas.openxmlformats.org/officeDocument/2006/relationships/slide" Target="slides/slide49.xml"/><Relationship Id="rId81" Type="http://schemas.openxmlformats.org/officeDocument/2006/relationships/slide" Target="slides/slide50.xml"/><Relationship Id="rId82" Type="http://schemas.openxmlformats.org/officeDocument/2006/relationships/slide" Target="slides/slide51.xml"/><Relationship Id="rId83" Type="http://schemas.openxmlformats.org/officeDocument/2006/relationships/slide" Target="slides/slide52.xml"/><Relationship Id="rId84" Type="http://schemas.openxmlformats.org/officeDocument/2006/relationships/slide" Target="slides/slide53.xml"/><Relationship Id="rId85" Type="http://schemas.openxmlformats.org/officeDocument/2006/relationships/slide" Target="slides/slide54.xml"/><Relationship Id="rId86" Type="http://schemas.openxmlformats.org/officeDocument/2006/relationships/slide" Target="slides/slide55.xml"/><Relationship Id="rId87" Type="http://schemas.openxmlformats.org/officeDocument/2006/relationships/slide" Target="slides/slide56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22568-8F0D-E642-B9E5-5681D6D15450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7EA42-264D-EA46-A0ED-20F7594D37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974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73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0395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자체 내장된 </a:t>
            </a:r>
            <a:r>
              <a:rPr kumimoji="1" lang="en-US" altLang="ko-KR" dirty="0"/>
              <a:t>AI , </a:t>
            </a:r>
            <a:r>
              <a:rPr kumimoji="1" lang="ko-KR" altLang="en-US" dirty="0"/>
              <a:t>노션이나 </a:t>
            </a:r>
            <a:r>
              <a:rPr kumimoji="1" lang="en-US" altLang="ko-KR" dirty="0" err="1"/>
              <a:t>github</a:t>
            </a:r>
            <a:r>
              <a:rPr kumimoji="1" lang="ko-KR" altLang="en-US" dirty="0"/>
              <a:t> 등이 이런 방식을 씀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78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82792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79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85056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86B9-BF32-48FD-17E6-1291C93E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591385-D132-D070-3A09-8F6C6A2AB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776AF9-9569-433E-6703-F959EFE94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AD2DAF-15AC-7116-55C9-3D595C7B4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7EA42-264D-EA46-A0ED-20F7594D373E}" type="slidenum">
              <a:rPr kumimoji="1" lang="ko-KR" altLang="en-US" smtClean="0"/>
              <a:t>80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1269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E7F11-1FD1-42C7-AB50-759924520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2D3586-BBB5-C078-4C67-032506437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0DDA29-CEF9-C0F8-450D-FAFB5F70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B10DE-D8E4-6347-3938-3F01414D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0F5CE-0127-CCB0-AE93-1D120641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656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ECBC3-6945-DA26-2FE7-C0B59F5E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6F4DC-3B6C-5AE0-B0DE-9C158F227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47C88-34FE-ABE9-09FA-FEF657DD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73B7E9-4031-B2FF-C780-42294C9B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25825-68EE-A331-D142-CAD6881C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067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1746F-E2C2-2209-9E83-7D871802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1CDAB-5AF0-29B6-F8D7-DBDEFB29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B708F-A77B-3CA8-4E69-733DF20E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5A781-B458-CD0B-79FC-14D5F3F1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5D8522-E13A-4DAD-6954-FBF581AA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230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6767C-A6E9-A648-FC5A-FE2D51DA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2767B5-0658-020E-58BD-6F047F8F7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1589B5-17A8-D399-1BF1-F49D23D00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6D694E-5215-01F7-D86B-C662467CE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5C37D-4243-3B4A-6408-698E5101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2E5BB7-F66C-7A9D-2A62-0A0AB455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057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F82E0-D6EE-3D96-417A-51806FC2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932C64-08E3-CD10-103D-45B7CD346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6EB9D5-AC9B-26B5-CC2E-13452FCA6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F76CA4-0414-03B1-9E31-F073B797E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547CAC-8225-9AE0-6CA7-EFF3BD214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C12331-FE72-C6E3-2E9B-50F3C47F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C220EC-2209-BE30-FBC1-A165C45C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790405-3965-E55F-D4FB-926D394D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09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A4140-FFB1-6050-55CB-2B4E920A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EAF663-BD2B-D362-29E2-EFE84709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2E6616-4509-5A03-3BB5-4EF556DE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7BCE67-9D72-4C43-7B30-BDBEAE0E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28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8A8182-5D72-A1E2-65C3-2ACE54FC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AEDC9C-385F-C0C7-B8A4-19245955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4FA61-129D-6DB0-A31B-B705044D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976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C3F8B-1C79-B8EE-2723-B0DA961B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884BE-58CC-C21C-DAC1-37578DD28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05927-665C-AD17-32F0-C9F928D9F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07BAC2-E1CE-6E3D-8DF8-89683CF8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BC8EC-4F1F-0242-E006-63F5A680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8F58A3-D161-25C1-318D-54034183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46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B4770-FDE4-9C9C-062D-6E047561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0F026A-D84D-3276-A13A-B7C1BF34E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00C64F-11F7-283A-855D-0F3E82E6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8B209E-9268-78B0-0039-B240CD77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CEE143-6BD6-7EE6-5FB0-CCE68D2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AF5F3-B55F-591D-ABEE-104DD302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041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C23ED-11D8-832B-7919-80364828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3E64A6-7CD1-41BA-A1DD-D32836AB0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B48A1-4120-657C-5DA9-4A328AA7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EBE4C8-1BD1-8605-444B-3F020C96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1B2CE-43D9-AD4E-0191-D558DC66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941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5FB4D7-8396-33DA-2693-6A6C87B8F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5CCAF-B62B-5881-3C16-DA386BD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DC786-EA66-CEDD-535B-6ABD7529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6930F-E389-ADCA-81C5-EE6937F5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1425A-B0BA-D3FF-1B99-E25E2341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3927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809003-7DE1-EEAC-2E73-B910DC1E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EFAD9C-8198-FD06-E3ED-62AC92AC4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DC26C-019C-2A6B-0473-24DEFF8E0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EBB8E5-2618-B94A-8D21-B91E43C212BB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CE596A-DDA9-FC8A-802E-8F688106C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8E1E8-F677-E28A-47C4-8671A594E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F4242-E5BC-9448-B0EA-D15242C6D91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60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6.png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95.png"/><Relationship Id="rId4" Type="http://schemas.openxmlformats.org/officeDocument/2006/relationships/image" Target="../media/image196.png"/><Relationship Id="rId5" Type="http://schemas.openxmlformats.org/officeDocument/2006/relationships/image" Target="../media/image19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FF41-53DA-1074-2A8E-E7E1ED2D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DF5530-DAAD-0EA1-8F88-48E72CC39BA6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0E2541-CBCF-B1AF-BD5A-5ED9198E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095" y="761224"/>
            <a:ext cx="7187300" cy="53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45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33F-4C7E-BA2A-596A-3DFA3AA7D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DC7D-D016-69A6-839F-DE98CE5C702E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C45BC-FF23-6DF8-689E-C051CFBF441B}"/>
              </a:ext>
            </a:extLst>
          </p:cNvPr>
          <p:cNvSpPr txBox="1"/>
          <p:nvPr/>
        </p:nvSpPr>
        <p:spPr>
          <a:xfrm>
            <a:off x="2286660" y="2988964"/>
            <a:ext cx="7499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현업에서 실제 쓰인 </a:t>
            </a:r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Figma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사례</a:t>
            </a:r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AI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와 </a:t>
            </a:r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Figma</a:t>
            </a:r>
            <a:endParaRPr kumimoji="1" lang="ko-KR" altLang="en-US" sz="28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788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D736-E83C-9C5C-1578-1AB48228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1B7FC-B414-6F55-04C4-9F4B3AFBC3D8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FEE16B-73C8-6734-7BB3-AAE3E340E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45" y="2044698"/>
            <a:ext cx="2357424" cy="276860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F3301B-92B6-E3C0-86FA-BF230674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07" y="4979377"/>
            <a:ext cx="774700" cy="838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550AC2F-E1E0-7F58-E5B8-887301CB4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091" y="2619632"/>
            <a:ext cx="3223661" cy="20402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4269FD-5D82-7B1C-526D-DD7B12C90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996" y="2293412"/>
            <a:ext cx="2081746" cy="18848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256439B-946E-5D19-2670-89C5B6801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319" y="4979377"/>
            <a:ext cx="1435100" cy="812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CD6076-6B17-1CC0-00CD-825BE8136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5977" y="2382478"/>
            <a:ext cx="2374900" cy="2514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3D7CDD-039B-2C55-85E9-DB749EE5C1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1807" y="4979378"/>
            <a:ext cx="774701" cy="8632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DDD4C2-8F82-A352-7FDC-2C0F5EB4CC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007" y="740280"/>
            <a:ext cx="1126300" cy="14120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D5D1BC-5DD0-A3FC-2F76-FF41895343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3307" y="5039000"/>
            <a:ext cx="698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607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7A58-B22C-E1DE-84D8-5404D0A4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FDD7BE-10E9-655B-49B0-DB5AD1BD5C46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55430C-95D2-AB3C-B5E9-3CD7A8640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69" y="1000382"/>
            <a:ext cx="5896602" cy="26150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4567EE-0B9A-1C60-266D-B2379264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564" y="3057908"/>
            <a:ext cx="4902570" cy="35853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859DC4-8EE2-DA67-2E12-3515C7125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7" y="1039068"/>
            <a:ext cx="5216234" cy="261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86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6135-DC9B-8BFD-9096-6BB50ECA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D67023-B7DD-810C-F120-A7D96A8D1E51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3AF93A5-9531-8FDA-B913-71492833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017" y="1267923"/>
            <a:ext cx="5375965" cy="432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54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2109-523D-F5CC-B099-2BCFD74F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B1F929-69B6-C56C-395A-938358C957BA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929F1-33A8-BC62-822B-2FD086D9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38" y="1962900"/>
            <a:ext cx="7180235" cy="45977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DE12D06-27FD-93E2-7BF3-046AC509F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257" y="220388"/>
            <a:ext cx="2481330" cy="12624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F62FF0-1589-FD33-D41B-241F507214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437" t="-2091" r="-1863" b="2091"/>
          <a:stretch>
            <a:fillRect/>
          </a:stretch>
        </p:blipFill>
        <p:spPr>
          <a:xfrm>
            <a:off x="938310" y="747844"/>
            <a:ext cx="3212940" cy="36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196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AA90A-13B3-476F-2D39-FF2F6371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C2C358-1BB1-4106-1812-0835A7D5F0FF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4C1C89-F3C8-BFE6-2C3B-A14B17003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109" y="695960"/>
            <a:ext cx="1738435" cy="84654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CB0A2B1-5D4F-C003-8525-4AD323632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903" y="1404926"/>
            <a:ext cx="6104206" cy="50115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A0A536-72E5-417B-D2D6-62DBFE4D4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00" y="3910721"/>
            <a:ext cx="2501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8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9BB8-1BDE-CABC-167C-46FA0398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503FA1-F01B-B6C9-07E6-9368659BCB98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80C519-2465-771F-ECCA-2CED58124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7" y="1645036"/>
            <a:ext cx="4768948" cy="35679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2E5BC6-75C7-F9EA-6E4D-BB6386236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35" y="2988964"/>
            <a:ext cx="2035962" cy="13411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DB63AF-F520-DEF7-1012-1CF9AD3AA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9354" y="2527886"/>
            <a:ext cx="4575592" cy="268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184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FC60-FEDB-CE4F-0205-70672E95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336D7A-B614-0F2B-B07C-76BC6C956CDA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4C6CB-655B-8AB8-4057-E3F365DC5173}"/>
              </a:ext>
            </a:extLst>
          </p:cNvPr>
          <p:cNvSpPr txBox="1"/>
          <p:nvPr/>
        </p:nvSpPr>
        <p:spPr>
          <a:xfrm>
            <a:off x="2891570" y="3167390"/>
            <a:ext cx="5455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Vanilla JS &gt; React &gt; </a:t>
            </a:r>
            <a:r>
              <a:rPr kumimoji="1" lang="en-US" altLang="ko-KR" sz="28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Next.js</a:t>
            </a:r>
            <a:endParaRPr kumimoji="1" lang="ko-KR" altLang="en-US" sz="28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95287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6B29-2BE8-704E-36B7-D992B67F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44639B-D844-18A6-1943-A985133EAEE0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74CAD7-8476-9DE5-DDFA-25E46950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42" y="894988"/>
            <a:ext cx="7772400" cy="17246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43DFC4-F930-2D15-B7E9-FDB06230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42" y="3429000"/>
            <a:ext cx="7772400" cy="27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313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F770-0BB6-C2FE-59B1-4179B0EA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862734-9EB7-B11F-9EAF-D1C1B2363FD8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615FCCE-0F33-9268-D48F-290D172A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59" y="987127"/>
            <a:ext cx="10691904" cy="46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21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A6573-5000-9ADA-5550-BC845B20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66F4F-57D9-1583-302E-0182491C620A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70315E-F24C-E3E0-3F59-A9258B0B7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71" y="1204931"/>
            <a:ext cx="10406270" cy="42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564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485F-475A-983D-BDB1-26E29C99C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671E23-A131-D2F5-95BD-E52D8693EA2E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09D587-746B-0365-A04A-C1A7F885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2" y="653120"/>
            <a:ext cx="8958994" cy="467168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5289353-11C6-2FF0-B0FC-0658B3EFE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08" y="5108288"/>
            <a:ext cx="5738338" cy="153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677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2C0F-A587-E5E6-9480-802F4132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764743-CAA3-0EC3-FDB2-DF0773883BD2}"/>
              </a:ext>
            </a:extLst>
          </p:cNvPr>
          <p:cNvSpPr txBox="1"/>
          <p:nvPr/>
        </p:nvSpPr>
        <p:spPr>
          <a:xfrm>
            <a:off x="3966519" y="2619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05246-5555-41C5-EB84-0F97CFEA2B04}"/>
              </a:ext>
            </a:extLst>
          </p:cNvPr>
          <p:cNvSpPr txBox="1"/>
          <p:nvPr/>
        </p:nvSpPr>
        <p:spPr>
          <a:xfrm>
            <a:off x="4797488" y="2988964"/>
            <a:ext cx="3047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AI </a:t>
            </a:r>
            <a:r>
              <a:rPr kumimoji="1" lang="ko-KR" altLang="en-US" sz="2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사용 관련 현업 </a:t>
            </a:r>
          </a:p>
        </p:txBody>
      </p:sp>
    </p:spTree>
    <p:extLst>
      <p:ext uri="{BB962C8B-B14F-4D97-AF65-F5344CB8AC3E}">
        <p14:creationId xmlns:p14="http://schemas.microsoft.com/office/powerpoint/2010/main" val="339400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4647</TotalTime>
  <Words>1906</Words>
  <Application>Microsoft Macintosh PowerPoint</Application>
  <PresentationFormat>와이드스크린</PresentationFormat>
  <Paragraphs>460</Paragraphs>
  <Slides>123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123</vt:i4>
      </vt:variant>
    </vt:vector>
  </HeadingPairs>
  <TitlesOfParts>
    <vt:vector size="131" baseType="lpstr">
      <vt:lpstr>맑은 고딕</vt:lpstr>
      <vt:lpstr>Gmarket Sans Bold</vt:lpstr>
      <vt:lpstr>Gmarket Sans Medium</vt:lpstr>
      <vt:lpstr>Arial</vt:lpstr>
      <vt:lpstr>Gmarket Sans TTF Bold</vt:lpstr>
      <vt:lpstr>Gmarket Sans TTF Light</vt:lpstr>
      <vt:lpstr>Gmarket Sans TTF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민우 김</dc:creator>
  <cp:lastModifiedBy>민우 김</cp:lastModifiedBy>
  <cp:revision>8</cp:revision>
  <cp:lastPrinted>2025-06-11T02:31:16Z</cp:lastPrinted>
  <dcterms:created xsi:type="dcterms:W3CDTF">2025-06-10T15:27:15Z</dcterms:created>
  <dcterms:modified xsi:type="dcterms:W3CDTF">2026-04-01T00:24:19Z</dcterms:modified>
</cp:coreProperties>
</file>