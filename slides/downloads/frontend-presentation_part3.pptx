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5"/>
  </p:notesMasterIdLst>
  <p:sldIdLst>
    <p:sldId id="332" r:id="rId60"/>
    <p:sldId id="334" r:id="rId61"/>
    <p:sldId id="335" r:id="rId62"/>
    <p:sldId id="336" r:id="rId63"/>
    <p:sldId id="327" r:id="rId64"/>
    <p:sldId id="328" r:id="rId65"/>
    <p:sldId id="325" r:id="rId66"/>
    <p:sldId id="329" r:id="rId67"/>
    <p:sldId id="330" r:id="rId68"/>
    <p:sldId id="331" r:id="rId69"/>
    <p:sldId id="337" r:id="rId70"/>
    <p:sldId id="354" r:id="rId71"/>
    <p:sldId id="352" r:id="rId72"/>
    <p:sldId id="353" r:id="rId7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10"/>
    <p:restoredTop sz="75199"/>
  </p:normalViewPr>
  <p:slideViewPr>
    <p:cSldViewPr snapToGrid="0">
      <p:cViewPr>
        <p:scale>
          <a:sx n="153" d="100"/>
          <a:sy n="15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38.xml"/><Relationship Id="rId70" Type="http://schemas.openxmlformats.org/officeDocument/2006/relationships/slide" Target="slides/slide39.xml"/><Relationship Id="rId71" Type="http://schemas.openxmlformats.org/officeDocument/2006/relationships/slide" Target="slides/slide40.xml"/><Relationship Id="rId72" Type="http://schemas.openxmlformats.org/officeDocument/2006/relationships/slide" Target="slides/slide41.xml"/><Relationship Id="rId73" Type="http://schemas.openxmlformats.org/officeDocument/2006/relationships/slide" Target="slides/slide42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22568-8F0D-E642-B9E5-5681D6D15450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7EA42-264D-EA46-A0ED-20F7594D37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9740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B6FFC-27DB-9D69-5635-117FA014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AD28CE-77A1-9CBA-A3AD-52FA60715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445DC1-E237-CE44-BDF3-3B27FFC41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Html</a:t>
            </a:r>
            <a:r>
              <a:rPr kumimoji="1" lang="ko-KR" altLang="en-US" dirty="0"/>
              <a:t>의 요소를 </a:t>
            </a:r>
            <a:r>
              <a:rPr kumimoji="1" lang="ko-KR" altLang="en-US" dirty="0" err="1"/>
              <a:t>알아야함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요소 태그에서 종류를 알 수 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속성이 </a:t>
            </a:r>
            <a:r>
              <a:rPr kumimoji="1" lang="en-US" altLang="ko-KR" dirty="0"/>
              <a:t>class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id</a:t>
            </a:r>
            <a:r>
              <a:rPr kumimoji="1" lang="ko-KR" altLang="en-US" dirty="0"/>
              <a:t>만 알아도 중간은 간다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나중에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90ED86-193D-FCB0-AE58-E2E7E6467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60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21999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874DA-D615-AD6B-3995-11E3DC15B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5AEC43-1292-E93A-3136-E3DD0F74C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285E0A-AC06-6A0C-6315-A60D1B601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AA7C56-167D-E70B-CFB1-815FE8575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61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239086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2395E-012B-00DF-C568-F07A5C87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752E48-805E-2365-960F-AE98D2BAA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483B4D-56BF-19E9-A736-3CB2F6A72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85AF8F-25BC-CED4-D3FA-71C9835CC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62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9007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63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5985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2755F-0D61-7B02-D7F7-BBA68CC23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093501-FBEC-EBDB-C2C6-D48453A26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94B8E0-B1E7-8740-7519-713145316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flex는 개발자가 가장 자주 쓰는 레이아웃 방식입니다.</a:t>
            </a:r>
          </a:p>
          <a:p>
            <a:r>
              <a:rPr kumimoji="1" lang="ko-KR" altLang="en-US"/>
              <a:t>justify-content, align-items, gap 정도만 알아도 대부분의 정렬 문제를 설명할 수 있습니다.</a:t>
            </a:r>
          </a:p>
          <a:p>
            <a:r>
              <a:rPr kumimoji="1" lang="ko-KR" altLang="en-US"/>
              <a:t>Figma Auto Layout을 CSS로 옮길 때도 flex로 연결하면 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578466-AFE8-F92B-41CD-BECF2AD9B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64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92444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B6FFC-27DB-9D69-5635-117FA014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AD28CE-77A1-9CBA-A3AD-52FA60715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445DC1-E237-CE44-BDF3-3B27FFC41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position과 z-index는 겹치는 UI 설명용으로 같이 가는 편이 좋습니다.</a:t>
            </a:r>
          </a:p>
          <a:p>
            <a:r>
              <a:rPr kumimoji="1" lang="ko-KR" altLang="en-US"/>
              <a:t>드롭다운, 배지, 모달, 툴팁은 대부분 absolute, fixed, z-index 조합으로 만듭니다.</a:t>
            </a:r>
          </a:p>
          <a:p>
            <a:r>
              <a:rPr kumimoji="1" lang="ko-KR" altLang="en-US"/>
              <a:t>왜 뒤에 깔리는지, 왜 위에 뜨는지 여기서 설명하면 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90ED86-193D-FCB0-AE58-E2E7E6467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65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21999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874DA-D615-AD6B-3995-11E3DC15B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5AEC43-1292-E93A-3136-E3DD0F74C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285E0A-AC06-6A0C-6315-A60D1B601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overflow는 내용이 영역을 넘칠 때의 처리 방식입니다.</a:t>
            </a:r>
          </a:p>
          <a:p>
            <a:r>
              <a:rPr kumimoji="1" lang="ko-KR" altLang="en-US"/>
              <a:t>visible, hidden, auto 정도만 이해해도 실제 화면 잘림이나 스크롤 문제를 설명할 수 있습니다.</a:t>
            </a:r>
          </a:p>
          <a:p>
            <a:r>
              <a:rPr kumimoji="1" lang="ko-KR" altLang="en-US"/>
              <a:t>긴 리스트나 채팅창 같은 사례로 연결하면 쉽습니다.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AA7C56-167D-E70B-CFB1-815FE8575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66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239086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2395E-012B-00DF-C568-F07A5C87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752E48-805E-2365-960F-AE98D2BAA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483B4D-56BF-19E9-A736-3CB2F6A72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width와 height는 box-sizing과 같이 설명해야 학생들이 덜 헷갈립니다.</a:t>
            </a:r>
          </a:p>
          <a:p>
            <a:r>
              <a:rPr kumimoji="1" lang="ko-KR" altLang="en-US"/>
              <a:t>content-box는 padding이 크기를 늘리고, border-box는 padding을 포함한 상태로 계산합니다.</a:t>
            </a:r>
          </a:p>
          <a:p>
            <a:r>
              <a:rPr kumimoji="1" lang="ko-KR" altLang="en-US"/>
              <a:t>실무에서는 보통 border-box를 기본처럼 사용합니다.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85AF8F-25BC-CED4-D3FA-71C9835CC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67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9007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2C48-CE5E-6A86-972D-1E39E152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9FD459-70C5-7B77-11F7-F7036FF1F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29A5F1-DF42-6D78-D878-AC0FBE5A4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hover는 상태가 바뀌는 것이고, transition은 그 변화를 부드럽게 보여주는 속성입니다.</a:t>
            </a:r>
          </a:p>
          <a:p>
            <a:r>
              <a:rPr kumimoji="1" lang="ko-KR" altLang="en-US"/>
              <a:t>버튼, 카드, 메뉴 hover에 바로 연결되는 개념이라 실무 감각을 주기 좋습니다.</a:t>
            </a:r>
          </a:p>
          <a:p>
            <a:r>
              <a:rPr kumimoji="1" lang="ko-KR" altLang="en-US"/>
              <a:t>학생들에게는 움직임 자체보다 왜 이 속성을 쓰는지 보여주는 것이 더 중요합니다.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F71D9C-B499-A4AE-38A8-20E8793C4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68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970766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 layout: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안쪽 정렬 보려고 바깥 프레임을 늘리고 줄인다</a:t>
            </a:r>
          </a:p>
          <a:p>
            <a:r>
              <a:rPr lang="es-419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부모 크기 바뀔 때 어디 붙는지 보려고 바깥 프레임을 늘리고 줄인다</a:t>
            </a:r>
          </a:p>
          <a:p>
            <a:r>
              <a:rPr lang="es-419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menu: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헤더 전체와 메뉴 묶음을 각각 </a:t>
            </a:r>
            <a:r>
              <a:rPr lang="es-419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 layout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잡고 폭을 바꿔본다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72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23106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E7F11-1FD1-42C7-AB50-759924520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2D3586-BBB5-C078-4C67-032506437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0DDA29-CEF9-C0F8-450D-FAFB5F70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4B10DE-D8E4-6347-3938-3F01414D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30F5CE-0127-CCB0-AE93-1D1206416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656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ECBC3-6945-DA26-2FE7-C0B59F5E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6F4DC-3B6C-5AE0-B0DE-9C158F227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847C88-34FE-ABE9-09FA-FEF657DD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3B7E9-4031-B2FF-C780-42294C9B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925825-68EE-A331-D142-CAD6881C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067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1746F-E2C2-2209-9E83-7D8718025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01CDAB-5AF0-29B6-F8D7-DBDEFB298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B708F-A77B-3CA8-4E69-733DF20EF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B5A781-B458-CD0B-79FC-14D5F3F1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5D8522-E13A-4DAD-6954-FBF581AA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1230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6767C-A6E9-A648-FC5A-FE2D51DA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2767B5-0658-020E-58BD-6F047F8F7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1589B5-17A8-D399-1BF1-F49D23D00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6D694E-5215-01F7-D86B-C662467CE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F5C37D-4243-3B4A-6408-698E5101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2E5BB7-F66C-7A9D-2A62-0A0AB455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057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F82E0-D6EE-3D96-417A-51806FC28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932C64-08E3-CD10-103D-45B7CD346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6EB9D5-AC9B-26B5-CC2E-13452FCA6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F76CA4-0414-03B1-9E31-F073B797E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547CAC-8225-9AE0-6CA7-EFF3BD214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C12331-FE72-C6E3-2E9B-50F3C47F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C220EC-2209-BE30-FBC1-A165C45C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790405-3965-E55F-D4FB-926D394D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099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9A4140-FFB1-6050-55CB-2B4E920A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EAF663-BD2B-D362-29E2-EFE847093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2E6616-4509-5A03-3BB5-4EF556DE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7BCE67-9D72-4C43-7B30-BDBEAE0E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281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8A8182-5D72-A1E2-65C3-2ACE54FC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AEDC9C-385F-C0C7-B8A4-19245955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04FA61-129D-6DB0-A31B-B705044D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976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C3F8B-1C79-B8EE-2723-B0DA961B3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4884BE-58CC-C21C-DAC1-37578DD28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D05927-665C-AD17-32F0-C9F928D9F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07BAC2-E1CE-6E3D-8DF8-89683CF8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BC8EC-4F1F-0242-E006-63F5A6800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8F58A3-D161-25C1-318D-54034183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46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B4770-FDE4-9C9C-062D-6E047561E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C0F026A-D84D-3276-A13A-B7C1BF34E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00C64F-11F7-283A-855D-0F3E82E6B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8B209E-9268-78B0-0039-B240CD77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CEE143-6BD6-7EE6-5FB0-CCE68D2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BAF5F3-B55F-591D-ABEE-104DD302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041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C23ED-11D8-832B-7919-80364828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3E64A6-7CD1-41BA-A1DD-D32836AB0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DB48A1-4120-657C-5DA9-4A328AA7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EBE4C8-1BD1-8605-444B-3F020C96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1B2CE-43D9-AD4E-0191-D558DC66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9941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5FB4D7-8396-33DA-2693-6A6C87B8F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75CCAF-B62B-5881-3C16-DA386BD16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0DC786-EA66-CEDD-535B-6ABD75295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D6930F-E389-ADCA-81C5-EE6937F51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71425A-B0BA-D3FF-1B99-E25E2341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3927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809003-7DE1-EEAC-2E73-B910DC1EA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EFAD9C-8198-FD06-E3ED-62AC92AC4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4DC26C-019C-2A6B-0473-24DEFF8E0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CE596A-DDA9-FC8A-802E-8F688106C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18E1E8-F677-E28A-47C4-8671A594E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60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2.png"/><Relationship Id="rId4" Type="http://schemas.openxmlformats.org/officeDocument/2006/relationships/image" Target="../media/image163.png"/><Relationship Id="rId5" Type="http://schemas.openxmlformats.org/officeDocument/2006/relationships/image" Target="../media/image16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figma.com/make/4cI6K7B8xUnwI9ECfMWxye/Flashcard-Study-App?t=Y4AcF8bxjTqqGyyH-0" TargetMode="External"/><Relationship Id="rId3" Type="http://schemas.openxmlformats.org/officeDocument/2006/relationships/image" Target="../media/image171.png"/><Relationship Id="rId4" Type="http://schemas.openxmlformats.org/officeDocument/2006/relationships/image" Target="../media/image172.png"/><Relationship Id="rId5" Type="http://schemas.openxmlformats.org/officeDocument/2006/relationships/image" Target="../media/image17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4.png"/></Relationships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6C708-ABAB-6B4D-F0A0-5A768F61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ADDA6D-DB6F-DC50-EE65-727F4CF25C91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E26235-6ACA-DA08-B169-C47CE73B9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165" y="2063750"/>
            <a:ext cx="58928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6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877A6-8515-C9DD-EB58-B9A714C4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B5576E-5D53-696D-6692-E08B2FC16804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C08887-0A61-F0EE-BC1C-175604BFF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922" y="1916696"/>
            <a:ext cx="7772400" cy="302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69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8877C-3126-EAFF-58E7-1931EBB26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1F99BE-1387-0B20-0D23-A7FE4AFC7454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D8917CE-EB65-10EA-9492-FFABE04AC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58844"/>
            <a:ext cx="7772400" cy="194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4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C8E4-1E59-0FC6-E8E0-4B8CF6EDE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0CBFAA-0892-1255-A28C-8154CD60C475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6F1A82-62C6-6FCD-E801-8B627A6A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40" y="269457"/>
            <a:ext cx="7772400" cy="194031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AE783E6-5E30-F55A-088D-54E0C0201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55" y="2479226"/>
            <a:ext cx="8111100" cy="437877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B34D12A-9A3C-0701-B0D8-274E618F3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940" y="3267195"/>
            <a:ext cx="3662278" cy="249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48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6C708-ABAB-6B4D-F0A0-5A768F61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6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DE4C3-4036-78F0-73B5-8140A70D1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53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877A6-8515-C9DD-EB58-B9A714C4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096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8877C-3126-EAFF-58E7-1931EBB26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C8E4-1E59-0FC6-E8E0-4B8CF6EDE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446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FD8CB-779D-11D2-3D35-C68F8D7BC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92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548D1-9950-D3E4-7C2A-AF4DF8EB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30A96C-6860-5DE0-D525-089D0DBB2BD0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2415B-8E19-768A-8D8A-7C30A2C983D7}"/>
              </a:ext>
            </a:extLst>
          </p:cNvPr>
          <p:cNvSpPr txBox="1"/>
          <p:nvPr/>
        </p:nvSpPr>
        <p:spPr>
          <a:xfrm>
            <a:off x="3408405" y="3167390"/>
            <a:ext cx="5700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Figma</a:t>
            </a:r>
            <a:r>
              <a:rPr kumimoji="1" lang="ko-KR" altLang="en-US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로 개발자가 알면 좋을 것들</a:t>
            </a:r>
          </a:p>
        </p:txBody>
      </p:sp>
    </p:spTree>
    <p:extLst>
      <p:ext uri="{BB962C8B-B14F-4D97-AF65-F5344CB8AC3E}">
        <p14:creationId xmlns:p14="http://schemas.microsoft.com/office/powerpoint/2010/main" val="28541300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4396B-19BA-B54E-2EE8-63C3C5F8B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76CAEA-A42C-7BDF-7654-EC83BE08BA32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FACE9-10DA-41B4-A8A6-A7F26513C35B}"/>
              </a:ext>
            </a:extLst>
          </p:cNvPr>
          <p:cNvSpPr txBox="1"/>
          <p:nvPr/>
        </p:nvSpPr>
        <p:spPr>
          <a:xfrm>
            <a:off x="4547888" y="3167390"/>
            <a:ext cx="3575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횡스크롤</a:t>
            </a:r>
            <a:r>
              <a:rPr kumimoji="1" lang="en-US" altLang="ko-KR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  <a:r>
              <a:rPr kumimoji="1" lang="ko-KR" altLang="en-US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확대 단축키</a:t>
            </a:r>
          </a:p>
        </p:txBody>
      </p:sp>
    </p:spTree>
    <p:extLst>
      <p:ext uri="{BB962C8B-B14F-4D97-AF65-F5344CB8AC3E}">
        <p14:creationId xmlns:p14="http://schemas.microsoft.com/office/powerpoint/2010/main" val="33716009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3D0A-CC5C-0023-FF00-5B839D35A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9A4019-E08F-DD7B-AEC9-569AED03506C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4D34B61A-D897-09D6-9C6A-6E858A078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19" y="1835150"/>
            <a:ext cx="2921000" cy="3187700"/>
          </a:xfrm>
          <a:prstGeom prst="rect">
            <a:avLst/>
          </a:prstGeom>
        </p:spPr>
      </p:pic>
      <p:pic>
        <p:nvPicPr>
          <p:cNvPr id="4" name="그림 3">
            <a:hlinkClick r:id="rId2"/>
            <a:extLst>
              <a:ext uri="{FF2B5EF4-FFF2-40B4-BE49-F238E27FC236}">
                <a16:creationId xmlns:a16="http://schemas.microsoft.com/office/drawing/2014/main" id="{A26D1CE0-710B-75AC-B352-025958DE1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450" y="1970942"/>
            <a:ext cx="3467100" cy="2971800"/>
          </a:xfrm>
          <a:prstGeom prst="rect">
            <a:avLst/>
          </a:prstGeom>
        </p:spPr>
      </p:pic>
      <p:pic>
        <p:nvPicPr>
          <p:cNvPr id="5" name="그림 4">
            <a:hlinkClick r:id="rId2"/>
            <a:extLst>
              <a:ext uri="{FF2B5EF4-FFF2-40B4-BE49-F238E27FC236}">
                <a16:creationId xmlns:a16="http://schemas.microsoft.com/office/drawing/2014/main" id="{5ABB6504-AE92-852F-F640-E34050569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845" y="1930400"/>
            <a:ext cx="31750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086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767E-695D-17DA-AB80-81EC4D238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3F6C86-3D15-F6D1-7DD0-5D6B6B59A70D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03E823B-9F96-B666-819D-B7C70EA2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597" y="563001"/>
            <a:ext cx="12223597" cy="599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80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4647</TotalTime>
  <Words>1906</Words>
  <Application>Microsoft Macintosh PowerPoint</Application>
  <PresentationFormat>와이드스크린</PresentationFormat>
  <Paragraphs>460</Paragraphs>
  <Slides>123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123</vt:i4>
      </vt:variant>
    </vt:vector>
  </HeadingPairs>
  <TitlesOfParts>
    <vt:vector size="131" baseType="lpstr">
      <vt:lpstr>맑은 고딕</vt:lpstr>
      <vt:lpstr>Gmarket Sans Bold</vt:lpstr>
      <vt:lpstr>Gmarket Sans Medium</vt:lpstr>
      <vt:lpstr>Arial</vt:lpstr>
      <vt:lpstr>Gmarket Sans TTF Bold</vt:lpstr>
      <vt:lpstr>Gmarket Sans TTF Light</vt:lpstr>
      <vt:lpstr>Gmarket Sans TTF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민우 김</dc:creator>
  <cp:lastModifiedBy>민우 김</cp:lastModifiedBy>
  <cp:revision>8</cp:revision>
  <cp:lastPrinted>2025-06-11T02:31:16Z</cp:lastPrinted>
  <dcterms:created xsi:type="dcterms:W3CDTF">2025-06-10T15:27:15Z</dcterms:created>
  <dcterms:modified xsi:type="dcterms:W3CDTF">2026-04-01T00:24:19Z</dcterms:modified>
</cp:coreProperties>
</file>