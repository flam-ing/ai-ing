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d3e1b5edb4ca5" /><Relationship Type="http://schemas.openxmlformats.org/officeDocument/2006/relationships/extended-properties" Target="/docProps/app.xml" Id="Rbe1fab48dab94079" /><Relationship Type="http://schemas.openxmlformats.org/officeDocument/2006/relationships/officeDocument" Target="/ppt/presentation.xml" Id="R30f545b6eac44a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e79bb38be84240"/>
  </p:sldMasterIdLst>
  <p:notesMasterIdLst>
    <p:notesMasterId xmlns:r="http://schemas.openxmlformats.org/officeDocument/2006/relationships" r:id="Rec2b0ef6c5a84dad"/>
  </p:notesMasterIdLst>
  <p:sldIdLst>
    <p:sldId xmlns:r="http://schemas.openxmlformats.org/officeDocument/2006/relationships" id="256" r:id="R4986a42dc31e497b"/>
    <p:sldId xmlns:r="http://schemas.openxmlformats.org/officeDocument/2006/relationships" id="257" r:id="R29ea4eb115c841fd"/>
    <p:sldId xmlns:r="http://schemas.openxmlformats.org/officeDocument/2006/relationships" id="258" r:id="R205f8b78cb514b8a"/>
    <p:sldId xmlns:r="http://schemas.openxmlformats.org/officeDocument/2006/relationships" id="259" r:id="R0ac562182dae48a3"/>
    <p:sldId xmlns:r="http://schemas.openxmlformats.org/officeDocument/2006/relationships" id="260" r:id="R77ac151aa0e44364"/>
    <p:sldId xmlns:r="http://schemas.openxmlformats.org/officeDocument/2006/relationships" id="261" r:id="R9e04d9e4a7ff423e"/>
    <p:sldId xmlns:r="http://schemas.openxmlformats.org/officeDocument/2006/relationships" id="262" r:id="R0d15fa42625a495b"/>
    <p:sldId xmlns:r="http://schemas.openxmlformats.org/officeDocument/2006/relationships" id="263" r:id="R2dd6bfe4e9d04de2"/>
    <p:sldId xmlns:r="http://schemas.openxmlformats.org/officeDocument/2006/relationships" id="264" r:id="Rf9f09bb4327e4ce3"/>
    <p:sldId xmlns:r="http://schemas.openxmlformats.org/officeDocument/2006/relationships" id="265" r:id="Rbdb432a37f314524"/>
    <p:sldId xmlns:r="http://schemas.openxmlformats.org/officeDocument/2006/relationships" id="266" r:id="R37b3ec4cde1c4008"/>
    <p:sldId xmlns:r="http://schemas.openxmlformats.org/officeDocument/2006/relationships" id="267" r:id="Re5633a6ff3c747ee"/>
    <p:sldId xmlns:r="http://schemas.openxmlformats.org/officeDocument/2006/relationships" id="268" r:id="R05e8fb9556a64e4e"/>
    <p:sldId xmlns:r="http://schemas.openxmlformats.org/officeDocument/2006/relationships" id="269" r:id="R84397419ca954004"/>
    <p:sldId xmlns:r="http://schemas.openxmlformats.org/officeDocument/2006/relationships" id="270" r:id="R1f6f734da78041be"/>
    <p:sldId xmlns:r="http://schemas.openxmlformats.org/officeDocument/2006/relationships" id="271" r:id="Rd032502dd2b44dcb"/>
    <p:sldId xmlns:r="http://schemas.openxmlformats.org/officeDocument/2006/relationships" id="272" r:id="Re1f3b578316b4f8f"/>
    <p:sldId xmlns:r="http://schemas.openxmlformats.org/officeDocument/2006/relationships" id="273" r:id="R76ec2d66e4c444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79bb38be84240" /><Relationship Type="http://schemas.openxmlformats.org/officeDocument/2006/relationships/theme" Target="/ppt/theme/theme1.xml" Id="Rb88a766a91d34f45" /><Relationship Type="http://schemas.openxmlformats.org/officeDocument/2006/relationships/notesMaster" Target="/ppt/notesMasters/notesMaster1.xml" Id="Rec2b0ef6c5a84dad" /><Relationship Type="http://schemas.openxmlformats.org/officeDocument/2006/relationships/presProps" Target="/ppt/presProps.xml" Id="R8e469899afa3426d" /><Relationship Type="http://schemas.openxmlformats.org/officeDocument/2006/relationships/viewProps" Target="/ppt/viewProps.xml" Id="R25a4f3ff4a6242ce" /><Relationship Type="http://schemas.openxmlformats.org/officeDocument/2006/relationships/tableStyles" Target="/ppt/tableStyles.xml" Id="R286f88c386ae49f9" /><Relationship Type="http://schemas.openxmlformats.org/officeDocument/2006/relationships/slide" Target="/ppt/slides/slide1.xml" Id="R4986a42dc31e497b" /><Relationship Type="http://schemas.openxmlformats.org/officeDocument/2006/relationships/slide" Target="/ppt/slides/slide2.xml" Id="R29ea4eb115c841fd" /><Relationship Type="http://schemas.openxmlformats.org/officeDocument/2006/relationships/slide" Target="/ppt/slides/slide3.xml" Id="R205f8b78cb514b8a" /><Relationship Type="http://schemas.openxmlformats.org/officeDocument/2006/relationships/slide" Target="/ppt/slides/slide4.xml" Id="R0ac562182dae48a3" /><Relationship Type="http://schemas.openxmlformats.org/officeDocument/2006/relationships/slide" Target="/ppt/slides/slide5.xml" Id="R77ac151aa0e44364" /><Relationship Type="http://schemas.openxmlformats.org/officeDocument/2006/relationships/slide" Target="/ppt/slides/slide6.xml" Id="R9e04d9e4a7ff423e" /><Relationship Type="http://schemas.openxmlformats.org/officeDocument/2006/relationships/slide" Target="/ppt/slides/slide7.xml" Id="R0d15fa42625a495b" /><Relationship Type="http://schemas.openxmlformats.org/officeDocument/2006/relationships/slide" Target="/ppt/slides/slide8.xml" Id="R2dd6bfe4e9d04de2" /><Relationship Type="http://schemas.openxmlformats.org/officeDocument/2006/relationships/slide" Target="/ppt/slides/slide9.xml" Id="Rf9f09bb4327e4ce3" /><Relationship Type="http://schemas.openxmlformats.org/officeDocument/2006/relationships/slide" Target="/ppt/slides/slide10.xml" Id="Rbdb432a37f314524" /><Relationship Type="http://schemas.openxmlformats.org/officeDocument/2006/relationships/slide" Target="/ppt/slides/slide11.xml" Id="R37b3ec4cde1c4008" /><Relationship Type="http://schemas.openxmlformats.org/officeDocument/2006/relationships/slide" Target="/ppt/slides/slide12.xml" Id="Re5633a6ff3c747ee" /><Relationship Type="http://schemas.openxmlformats.org/officeDocument/2006/relationships/slide" Target="/ppt/slides/slide13.xml" Id="R05e8fb9556a64e4e" /><Relationship Type="http://schemas.openxmlformats.org/officeDocument/2006/relationships/slide" Target="/ppt/slides/slide14.xml" Id="R84397419ca954004" /><Relationship Type="http://schemas.openxmlformats.org/officeDocument/2006/relationships/slide" Target="/ppt/slides/slide15.xml" Id="R1f6f734da78041be" /><Relationship Type="http://schemas.openxmlformats.org/officeDocument/2006/relationships/slide" Target="/ppt/slides/slide16.xml" Id="Rd032502dd2b44dcb" /><Relationship Type="http://schemas.openxmlformats.org/officeDocument/2006/relationships/slide" Target="/ppt/slides/slide17.xml" Id="Re1f3b578316b4f8f" /><Relationship Type="http://schemas.openxmlformats.org/officeDocument/2006/relationships/slide" Target="/ppt/slides/slide18.xml" Id="R76ec2d66e4c4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d572cd61ba8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b81d104ec4753" /><Relationship Type="http://schemas.openxmlformats.org/officeDocument/2006/relationships/notesMaster" Target="/ppt/notesMasters/notesMaster1.xml" Id="R264851c2569947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5cfe8f6e5d4f2e" /><Relationship Type="http://schemas.openxmlformats.org/officeDocument/2006/relationships/notesMaster" Target="/ppt/notesMasters/notesMaster1.xml" Id="R7cd281434e274f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09c77143014d44" /><Relationship Type="http://schemas.openxmlformats.org/officeDocument/2006/relationships/notesMaster" Target="/ppt/notesMasters/notesMaster1.xml" Id="Re61ccace700847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f2585f67c4751" /><Relationship Type="http://schemas.openxmlformats.org/officeDocument/2006/relationships/notesMaster" Target="/ppt/notesMasters/notesMaster1.xml" Id="R5436fa22c62749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4d4fe413f3430a" /><Relationship Type="http://schemas.openxmlformats.org/officeDocument/2006/relationships/notesMaster" Target="/ppt/notesMasters/notesMaster1.xml" Id="R2c0d50b9ee4248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ecd91e438d4df0" /><Relationship Type="http://schemas.openxmlformats.org/officeDocument/2006/relationships/notesMaster" Target="/ppt/notesMasters/notesMaster1.xml" Id="R3b7e3d15c0644e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1cd6e8ba834624" /><Relationship Type="http://schemas.openxmlformats.org/officeDocument/2006/relationships/notesMaster" Target="/ppt/notesMasters/notesMaster1.xml" Id="R16a05485e0ca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0a984a0ba94faa" /><Relationship Type="http://schemas.openxmlformats.org/officeDocument/2006/relationships/notesMaster" Target="/ppt/notesMasters/notesMaster1.xml" Id="R650a62abb02d4d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6ed87e1964507" /><Relationship Type="http://schemas.openxmlformats.org/officeDocument/2006/relationships/notesMaster" Target="/ppt/notesMasters/notesMaster1.xml" Id="Re96378d42b434e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bb622dbb2c41ea" /><Relationship Type="http://schemas.openxmlformats.org/officeDocument/2006/relationships/notesMaster" Target="/ppt/notesMasters/notesMaster1.xml" Id="R8c5bbab83fdd43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2e89cb5ddd4f76" /><Relationship Type="http://schemas.openxmlformats.org/officeDocument/2006/relationships/notesMaster" Target="/ppt/notesMasters/notesMaster1.xml" Id="R9de4fdc572b644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cafb98b640467a" /><Relationship Type="http://schemas.openxmlformats.org/officeDocument/2006/relationships/notesMaster" Target="/ppt/notesMasters/notesMaster1.xml" Id="R6e424fbe54a540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59da2a2e6d4098" /><Relationship Type="http://schemas.openxmlformats.org/officeDocument/2006/relationships/notesMaster" Target="/ppt/notesMasters/notesMaster1.xml" Id="R9accba4523af45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6899025c4248aa" /><Relationship Type="http://schemas.openxmlformats.org/officeDocument/2006/relationships/notesMaster" Target="/ppt/notesMasters/notesMaster1.xml" Id="R7370b4e0465345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b4398ba38b44ca" /><Relationship Type="http://schemas.openxmlformats.org/officeDocument/2006/relationships/notesMaster" Target="/ppt/notesMasters/notesMaster1.xml" Id="Rdacefd03349049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2955525b3348fd" /><Relationship Type="http://schemas.openxmlformats.org/officeDocument/2006/relationships/notesMaster" Target="/ppt/notesMasters/notesMaster1.xml" Id="R8eceb9ac1f0846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4e9638e5b84d5f" /><Relationship Type="http://schemas.openxmlformats.org/officeDocument/2006/relationships/notesMaster" Target="/ppt/notesMasters/notesMaster1.xml" Id="R874d7552da194d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2699f5a9f04a28" /><Relationship Type="http://schemas.openxmlformats.org/officeDocument/2006/relationships/notesMaster" Target="/ppt/notesMasters/notesMaster1.xml" Id="R49b4d6e4337c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45ecde2cd41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f04dc1bf6e4ad3" /><Relationship Type="http://schemas.openxmlformats.org/officeDocument/2006/relationships/slideLayout" Target="/ppt/slideLayouts/slideLayout2.xml" Id="R58ac29b2ba104b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c29b2ba104b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4e7bc106b466d" /><Relationship Type="http://schemas.openxmlformats.org/officeDocument/2006/relationships/image" Target="/ppt/media/image.png" Id="R29681ec9941943f8" /><Relationship Type="http://schemas.openxmlformats.org/officeDocument/2006/relationships/notesSlide" Target="/ppt/notesSlides/notesSlide1.xml" Id="Rc60c02556f6e4a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610fef6514ab1" /><Relationship Type="http://schemas.openxmlformats.org/officeDocument/2006/relationships/image" Target="/ppt/media/image2.png" Id="R039391b9704640bf" /><Relationship Type="http://schemas.openxmlformats.org/officeDocument/2006/relationships/notesSlide" Target="/ppt/notesSlides/notesSlide2.xml" Id="R0c5dd36bc01a46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258f2bfa942cc" /><Relationship Type="http://schemas.openxmlformats.org/officeDocument/2006/relationships/image" Target="/ppt/media/image3.png" Id="R2987251e087f4ad7" /><Relationship Type="http://schemas.openxmlformats.org/officeDocument/2006/relationships/notesSlide" Target="/ppt/notesSlides/notesSlide3.xml" Id="R4d8072fcded6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3e6c1b64448f9" /><Relationship Type="http://schemas.openxmlformats.org/officeDocument/2006/relationships/image" Target="/ppt/media/image4.png" Id="Rb7100bb756a948f9" /><Relationship Type="http://schemas.openxmlformats.org/officeDocument/2006/relationships/notesSlide" Target="/ppt/notesSlides/notesSlide4.xml" Id="R1ea7afcb1b6a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1a18df505b43d7" /><Relationship Type="http://schemas.openxmlformats.org/officeDocument/2006/relationships/image" Target="/ppt/media/image5.png" Id="R14cfe8f094ec4297" /><Relationship Type="http://schemas.openxmlformats.org/officeDocument/2006/relationships/notesSlide" Target="/ppt/notesSlides/notesSlide5.xml" Id="Rad842289d5ad43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ea89e1c19848b9" /><Relationship Type="http://schemas.openxmlformats.org/officeDocument/2006/relationships/image" Target="/ppt/media/image6.png" Id="R31475dc7da204ee5" /><Relationship Type="http://schemas.openxmlformats.org/officeDocument/2006/relationships/notesSlide" Target="/ppt/notesSlides/notesSlide6.xml" Id="R43aefc818227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8b25cef0b4c8b" /><Relationship Type="http://schemas.openxmlformats.org/officeDocument/2006/relationships/image" Target="/ppt/media/image7.png" Id="Rc28af276ccd44d71" /><Relationship Type="http://schemas.openxmlformats.org/officeDocument/2006/relationships/notesSlide" Target="/ppt/notesSlides/notesSlide7.xml" Id="R0eadc5fb647a40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ad31e9f52e48a8" /><Relationship Type="http://schemas.openxmlformats.org/officeDocument/2006/relationships/image" Target="/ppt/media/image8.png" Id="R29907a3fff734782" /><Relationship Type="http://schemas.openxmlformats.org/officeDocument/2006/relationships/notesSlide" Target="/ppt/notesSlides/notesSlide8.xml" Id="R26a0c544943a4a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0fee622ff4163" /><Relationship Type="http://schemas.openxmlformats.org/officeDocument/2006/relationships/image" Target="/ppt/media/image9.png" Id="R53b3210d4eb94fb5" /><Relationship Type="http://schemas.openxmlformats.org/officeDocument/2006/relationships/notesSlide" Target="/ppt/notesSlides/notesSlide9.xml" Id="R7a4a2808a9444e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885c93522e46ad" /><Relationship Type="http://schemas.openxmlformats.org/officeDocument/2006/relationships/image" Target="/ppt/media/image10.png" Id="R60b10f5625a643b8" /><Relationship Type="http://schemas.openxmlformats.org/officeDocument/2006/relationships/notesSlide" Target="/ppt/notesSlides/notesSlide10.xml" Id="R18b30088667f46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6f906944c046b0" /><Relationship Type="http://schemas.openxmlformats.org/officeDocument/2006/relationships/image" Target="/ppt/media/image11.png" Id="Rffdaace480fe4b12" /><Relationship Type="http://schemas.openxmlformats.org/officeDocument/2006/relationships/notesSlide" Target="/ppt/notesSlides/notesSlide11.xml" Id="R9419598699af41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2f73721f14531" /><Relationship Type="http://schemas.openxmlformats.org/officeDocument/2006/relationships/image" Target="/ppt/media/image12.png" Id="R8168ccb537134903" /><Relationship Type="http://schemas.openxmlformats.org/officeDocument/2006/relationships/notesSlide" Target="/ppt/notesSlides/notesSlide12.xml" Id="R0dfc45fba3b145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1d75287b44b09" /><Relationship Type="http://schemas.openxmlformats.org/officeDocument/2006/relationships/image" Target="/ppt/media/image13.png" Id="Rac32078cd2874c24" /><Relationship Type="http://schemas.openxmlformats.org/officeDocument/2006/relationships/notesSlide" Target="/ppt/notesSlides/notesSlide13.xml" Id="R77ce9d2346eb44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e5145ed3934446" /><Relationship Type="http://schemas.openxmlformats.org/officeDocument/2006/relationships/image" Target="/ppt/media/image14.png" Id="R567271b910824b22" /><Relationship Type="http://schemas.openxmlformats.org/officeDocument/2006/relationships/notesSlide" Target="/ppt/notesSlides/notesSlide14.xml" Id="Rd35d0558146d48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8142952d444c1" /><Relationship Type="http://schemas.openxmlformats.org/officeDocument/2006/relationships/image" Target="/ppt/media/image15.png" Id="Rf1dc4fd7df194b92" /><Relationship Type="http://schemas.openxmlformats.org/officeDocument/2006/relationships/notesSlide" Target="/ppt/notesSlides/notesSlide15.xml" Id="R90b3d20a97fe4f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5c64988454019" /><Relationship Type="http://schemas.openxmlformats.org/officeDocument/2006/relationships/image" Target="/ppt/media/image16.png" Id="R4055140b34c1400d" /><Relationship Type="http://schemas.openxmlformats.org/officeDocument/2006/relationships/notesSlide" Target="/ppt/notesSlides/notesSlide16.xml" Id="R1e77d2e11d1348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a01ef88654350" /><Relationship Type="http://schemas.openxmlformats.org/officeDocument/2006/relationships/image" Target="/ppt/media/image17.png" Id="R7eabbd6bf1fb48e7" /><Relationship Type="http://schemas.openxmlformats.org/officeDocument/2006/relationships/notesSlide" Target="/ppt/notesSlides/notesSlide17.xml" Id="Rdd3e68f34c8140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2fdedf0aad454d" /><Relationship Type="http://schemas.openxmlformats.org/officeDocument/2006/relationships/image" Target="/ppt/media/image18.png" Id="Ra254fff23efb455c" /><Relationship Type="http://schemas.openxmlformats.org/officeDocument/2006/relationships/notesSlide" Target="/ppt/notesSlides/notesSlide18.xml" Id="R2f9ee4391df94d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81ec9941943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90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391b9704640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555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7251e087f4a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60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00bb756a948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46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fe8f094ec42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32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75dc7da20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721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af276ccd44d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14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07a3fff7347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741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3210d4eb94f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554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10f5625a643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675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aace480fe4b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180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8ccb5371349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639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2078cd2874c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244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271b910824b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579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c4fd7df194b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175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5140b34c140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208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bbd6bf1fb48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4706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4fff23efb45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79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2026-05-14T09:40:21.5590000Z</dcterms:created>
  <dcterms:modified xsi:type="dcterms:W3CDTF">2026-05-14T09:40:21.5590000Z</dcterms:modified>
</coreProperties>
</file>